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Trebuchet MS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Trebuchet MS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Trebuchet MS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Trebuchet MS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Trebuchet MS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Trebuchet MS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Trebuchet MS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Trebuchet MS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Trebuchet M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DCCA"/>
          </a:solidFill>
        </a:fill>
      </a:tcStyle>
    </a:wholeTbl>
    <a:band2H>
      <a:tcTxStyle/>
      <a:tcStyle>
        <a:tcBdr/>
        <a:fill>
          <a:solidFill>
            <a:srgbClr val="FCEE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E3D4"/>
          </a:solidFill>
        </a:fill>
      </a:tcStyle>
    </a:wholeTbl>
    <a:band2H>
      <a:tcTxStyle/>
      <a:tcStyle>
        <a:tcBdr/>
        <a:fill>
          <a:solidFill>
            <a:srgbClr val="E8F2EB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DD7D1"/>
          </a:solidFill>
        </a:fill>
      </a:tcStyle>
    </a:wholeTbl>
    <a:band2H>
      <a:tcTxStyle/>
      <a:tcStyle>
        <a:tcBdr/>
        <a:fill>
          <a:solidFill>
            <a:srgbClr val="FEEC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6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6" name="Shape 23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defTabSz="457200" latinLnBrk="0">
      <a:defRPr sz="1200">
        <a:solidFill>
          <a:srgbClr val="FFFFFF"/>
        </a:solidFill>
        <a:latin typeface="+mn-lt"/>
        <a:ea typeface="+mn-ea"/>
        <a:cs typeface="+mn-cs"/>
        <a:sym typeface="Trebuchet MS"/>
      </a:defRPr>
    </a:lvl1pPr>
    <a:lvl2pPr indent="228600" defTabSz="457200" latinLnBrk="0">
      <a:defRPr sz="1200">
        <a:solidFill>
          <a:srgbClr val="FFFFFF"/>
        </a:solidFill>
        <a:latin typeface="+mn-lt"/>
        <a:ea typeface="+mn-ea"/>
        <a:cs typeface="+mn-cs"/>
        <a:sym typeface="Trebuchet MS"/>
      </a:defRPr>
    </a:lvl2pPr>
    <a:lvl3pPr indent="457200" defTabSz="457200" latinLnBrk="0">
      <a:defRPr sz="1200">
        <a:solidFill>
          <a:srgbClr val="FFFFFF"/>
        </a:solidFill>
        <a:latin typeface="+mn-lt"/>
        <a:ea typeface="+mn-ea"/>
        <a:cs typeface="+mn-cs"/>
        <a:sym typeface="Trebuchet MS"/>
      </a:defRPr>
    </a:lvl3pPr>
    <a:lvl4pPr indent="685800" defTabSz="457200" latinLnBrk="0">
      <a:defRPr sz="1200">
        <a:solidFill>
          <a:srgbClr val="FFFFFF"/>
        </a:solidFill>
        <a:latin typeface="+mn-lt"/>
        <a:ea typeface="+mn-ea"/>
        <a:cs typeface="+mn-cs"/>
        <a:sym typeface="Trebuchet MS"/>
      </a:defRPr>
    </a:lvl4pPr>
    <a:lvl5pPr indent="914400" defTabSz="457200" latinLnBrk="0">
      <a:defRPr sz="1200">
        <a:solidFill>
          <a:srgbClr val="FFFFFF"/>
        </a:solidFill>
        <a:latin typeface="+mn-lt"/>
        <a:ea typeface="+mn-ea"/>
        <a:cs typeface="+mn-cs"/>
        <a:sym typeface="Trebuchet MS"/>
      </a:defRPr>
    </a:lvl5pPr>
    <a:lvl6pPr indent="1143000" defTabSz="457200" latinLnBrk="0">
      <a:defRPr sz="1200">
        <a:solidFill>
          <a:srgbClr val="FFFFFF"/>
        </a:solidFill>
        <a:latin typeface="+mn-lt"/>
        <a:ea typeface="+mn-ea"/>
        <a:cs typeface="+mn-cs"/>
        <a:sym typeface="Trebuchet MS"/>
      </a:defRPr>
    </a:lvl6pPr>
    <a:lvl7pPr indent="1371600" defTabSz="457200" latinLnBrk="0">
      <a:defRPr sz="1200">
        <a:solidFill>
          <a:srgbClr val="FFFFFF"/>
        </a:solidFill>
        <a:latin typeface="+mn-lt"/>
        <a:ea typeface="+mn-ea"/>
        <a:cs typeface="+mn-cs"/>
        <a:sym typeface="Trebuchet MS"/>
      </a:defRPr>
    </a:lvl7pPr>
    <a:lvl8pPr indent="1600200" defTabSz="457200" latinLnBrk="0">
      <a:defRPr sz="1200">
        <a:solidFill>
          <a:srgbClr val="FFFFFF"/>
        </a:solidFill>
        <a:latin typeface="+mn-lt"/>
        <a:ea typeface="+mn-ea"/>
        <a:cs typeface="+mn-cs"/>
        <a:sym typeface="Trebuchet MS"/>
      </a:defRPr>
    </a:lvl8pPr>
    <a:lvl9pPr indent="1828800" defTabSz="457200" latinLnBrk="0">
      <a:defRPr sz="1200">
        <a:solidFill>
          <a:srgbClr val="FFFFFF"/>
        </a:solidFill>
        <a:latin typeface="+mn-lt"/>
        <a:ea typeface="+mn-ea"/>
        <a:cs typeface="+mn-cs"/>
        <a:sym typeface="Trebuchet M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 descr="Picture 6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242851"/>
            <a:ext cx="8968085" cy="2759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Picture 7" descr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1715" y="4243844"/>
            <a:ext cx="3077109" cy="276941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Rectangle 8"/>
          <p:cNvSpPr/>
          <p:nvPr/>
        </p:nvSpPr>
        <p:spPr>
          <a:xfrm>
            <a:off x="-1" y="2590077"/>
            <a:ext cx="8968087" cy="1660333"/>
          </a:xfrm>
          <a:prstGeom prst="rect">
            <a:avLst/>
          </a:prstGeom>
          <a:solidFill>
            <a:srgbClr val="26262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" name="Rectangle 9"/>
          <p:cNvSpPr/>
          <p:nvPr/>
        </p:nvSpPr>
        <p:spPr>
          <a:xfrm>
            <a:off x="9111715" y="2590077"/>
            <a:ext cx="3077110" cy="1660333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" name="Title Text"/>
          <p:cNvSpPr txBox="1">
            <a:spLocks noGrp="1"/>
          </p:cNvSpPr>
          <p:nvPr>
            <p:ph type="title"/>
          </p:nvPr>
        </p:nvSpPr>
        <p:spPr>
          <a:xfrm>
            <a:off x="680321" y="2733708"/>
            <a:ext cx="8144135" cy="1373071"/>
          </a:xfrm>
          <a:prstGeom prst="rect">
            <a:avLst/>
          </a:prstGeom>
        </p:spPr>
        <p:txBody>
          <a:bodyPr anchor="b"/>
          <a:lstStyle>
            <a:lvl1pPr algn="r">
              <a:defRPr sz="5400"/>
            </a:lvl1pPr>
          </a:lstStyle>
          <a:p>
            <a:r>
              <a:t>Title Text</a:t>
            </a:r>
          </a:p>
        </p:txBody>
      </p:sp>
      <p:sp>
        <p:nvSpPr>
          <p:cNvPr id="2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80321" y="4394039"/>
            <a:ext cx="8144135" cy="1117688"/>
          </a:xfrm>
          <a:prstGeom prst="rect">
            <a:avLst/>
          </a:prstGeom>
        </p:spPr>
        <p:txBody>
          <a:bodyPr/>
          <a:lstStyle>
            <a:lvl1pPr marL="0" indent="0" algn="r">
              <a:buSzTx/>
              <a:buFontTx/>
              <a:buNone/>
              <a:defRPr sz="2000"/>
            </a:lvl1pPr>
            <a:lvl2pPr marL="0" indent="457200" algn="r">
              <a:buSzTx/>
              <a:buFontTx/>
              <a:buNone/>
              <a:defRPr sz="2000"/>
            </a:lvl2pPr>
            <a:lvl3pPr marL="0" indent="914400" algn="r">
              <a:buSzTx/>
              <a:buFontTx/>
              <a:buNone/>
              <a:defRPr sz="2000"/>
            </a:lvl3pPr>
            <a:lvl4pPr marL="0" indent="1371600" algn="r">
              <a:buSzTx/>
              <a:buFontTx/>
              <a:buNone/>
              <a:defRPr sz="2000"/>
            </a:lvl4pPr>
            <a:lvl5pPr marL="0" indent="1828800" algn="r">
              <a:buSzTx/>
              <a:buFontTx/>
              <a:buNone/>
              <a:defRPr sz="2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255345" y="3116138"/>
            <a:ext cx="583666" cy="624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Picture 14" descr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970240"/>
            <a:ext cx="10437812" cy="321165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Picture 15" descr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825" y="1971233"/>
            <a:ext cx="1602998" cy="144271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Rectangle 16"/>
          <p:cNvSpPr/>
          <p:nvPr/>
        </p:nvSpPr>
        <p:spPr>
          <a:xfrm>
            <a:off x="-1" y="609600"/>
            <a:ext cx="10437814" cy="1368198"/>
          </a:xfrm>
          <a:prstGeom prst="rect">
            <a:avLst/>
          </a:prstGeom>
          <a:solidFill>
            <a:srgbClr val="26262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" name="Rectangle 17"/>
          <p:cNvSpPr/>
          <p:nvPr/>
        </p:nvSpPr>
        <p:spPr>
          <a:xfrm>
            <a:off x="10585826" y="609600"/>
            <a:ext cx="1602998" cy="136819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" name="Title Text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2" cy="10809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idx="1"/>
          </p:nvPr>
        </p:nvSpPr>
        <p:spPr>
          <a:xfrm>
            <a:off x="680321" y="2336873"/>
            <a:ext cx="9613862" cy="3599317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4086907"/>
            <a:ext cx="10437813" cy="321165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Picture 7" descr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823" y="4087900"/>
            <a:ext cx="1602998" cy="144271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Rectangle 8"/>
          <p:cNvSpPr/>
          <p:nvPr/>
        </p:nvSpPr>
        <p:spPr>
          <a:xfrm>
            <a:off x="-3" y="2726266"/>
            <a:ext cx="10437814" cy="1368199"/>
          </a:xfrm>
          <a:prstGeom prst="rect">
            <a:avLst/>
          </a:prstGeom>
          <a:solidFill>
            <a:srgbClr val="26262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" name="Rectangle 9"/>
          <p:cNvSpPr/>
          <p:nvPr/>
        </p:nvSpPr>
        <p:spPr>
          <a:xfrm>
            <a:off x="10585825" y="2726266"/>
            <a:ext cx="1602998" cy="13681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680321" y="2869894"/>
            <a:ext cx="9613861" cy="1090789"/>
          </a:xfrm>
          <a:prstGeom prst="rect">
            <a:avLst/>
          </a:prstGeom>
        </p:spPr>
        <p:txBody>
          <a:bodyPr/>
          <a:lstStyle>
            <a:lvl1pPr algn="r"/>
          </a:lstStyle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80321" y="4232171"/>
            <a:ext cx="9613861" cy="1704018"/>
          </a:xfrm>
          <a:prstGeom prst="rect">
            <a:avLst/>
          </a:prstGeom>
        </p:spPr>
        <p:txBody>
          <a:bodyPr/>
          <a:lstStyle>
            <a:lvl1pPr marL="0" indent="0" algn="r">
              <a:buSzTx/>
              <a:buFontTx/>
              <a:buNone/>
              <a:defRPr sz="2000"/>
            </a:lvl1pPr>
            <a:lvl2pPr marL="0" indent="457200" algn="r">
              <a:buSzTx/>
              <a:buFontTx/>
              <a:buNone/>
              <a:defRPr sz="2000"/>
            </a:lvl2pPr>
            <a:lvl3pPr marL="0" indent="914400" algn="r">
              <a:buSzTx/>
              <a:buFontTx/>
              <a:buNone/>
              <a:defRPr sz="2000"/>
            </a:lvl3pPr>
            <a:lvl4pPr marL="0" indent="1371600" algn="r">
              <a:buSzTx/>
              <a:buFontTx/>
              <a:buNone/>
              <a:defRPr sz="2000"/>
            </a:lvl4pPr>
            <a:lvl5pPr marL="0" indent="1828800" algn="r">
              <a:buSzTx/>
              <a:buFontTx/>
              <a:buNone/>
              <a:defRPr sz="2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729455" y="3102869"/>
            <a:ext cx="583665" cy="624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970240"/>
            <a:ext cx="10437812" cy="321165"/>
          </a:xfrm>
          <a:prstGeom prst="rect">
            <a:avLst/>
          </a:prstGeom>
          <a:ln w="12700">
            <a:miter lim="400000"/>
          </a:ln>
        </p:spPr>
      </p:pic>
      <p:pic>
        <p:nvPicPr>
          <p:cNvPr id="5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825" y="1971233"/>
            <a:ext cx="1602998" cy="144271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Rectangle 9"/>
          <p:cNvSpPr/>
          <p:nvPr/>
        </p:nvSpPr>
        <p:spPr>
          <a:xfrm>
            <a:off x="-1" y="609600"/>
            <a:ext cx="10437814" cy="1368198"/>
          </a:xfrm>
          <a:prstGeom prst="rect">
            <a:avLst/>
          </a:prstGeom>
          <a:solidFill>
            <a:srgbClr val="26262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" name="Rectangle 10"/>
          <p:cNvSpPr/>
          <p:nvPr/>
        </p:nvSpPr>
        <p:spPr>
          <a:xfrm>
            <a:off x="10585826" y="609600"/>
            <a:ext cx="1602998" cy="136819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" name="Title Text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2" cy="10809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80320" y="2336873"/>
            <a:ext cx="4698359" cy="3599317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970240"/>
            <a:ext cx="10437812" cy="321165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Picture 10" descr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825" y="1971233"/>
            <a:ext cx="1602998" cy="144271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Rectangle 11"/>
          <p:cNvSpPr/>
          <p:nvPr/>
        </p:nvSpPr>
        <p:spPr>
          <a:xfrm>
            <a:off x="-1" y="609600"/>
            <a:ext cx="10437814" cy="1368198"/>
          </a:xfrm>
          <a:prstGeom prst="rect">
            <a:avLst/>
          </a:prstGeom>
          <a:solidFill>
            <a:srgbClr val="26262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4" name="Rectangle 12"/>
          <p:cNvSpPr/>
          <p:nvPr/>
        </p:nvSpPr>
        <p:spPr>
          <a:xfrm>
            <a:off x="10585826" y="609600"/>
            <a:ext cx="1602998" cy="136819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xfrm>
            <a:off x="680318" y="753229"/>
            <a:ext cx="9613864" cy="10809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06350" y="2336873"/>
            <a:ext cx="4472328" cy="693136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/>
            </a:lvl1pPr>
            <a:lvl2pPr marL="0" indent="457200">
              <a:buSzTx/>
              <a:buFontTx/>
              <a:buNone/>
              <a:defRPr b="1"/>
            </a:lvl2pPr>
            <a:lvl3pPr marL="0" indent="914400">
              <a:buSzTx/>
              <a:buFontTx/>
              <a:buNone/>
              <a:defRPr b="1"/>
            </a:lvl3pPr>
            <a:lvl4pPr marL="0" indent="1371600">
              <a:buSzTx/>
              <a:buFontTx/>
              <a:buNone/>
              <a:defRPr b="1"/>
            </a:lvl4pPr>
            <a:lvl5pPr marL="0" indent="1828800">
              <a:buSzTx/>
              <a:buFontTx/>
              <a:buNone/>
              <a:defRPr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5820154" y="2336873"/>
            <a:ext cx="4474029" cy="692077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/>
            </a:pPr>
            <a:endParaRPr/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970240"/>
            <a:ext cx="10437812" cy="321165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Picture 6" descr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825" y="1971233"/>
            <a:ext cx="1602998" cy="144271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Rectangle 7"/>
          <p:cNvSpPr/>
          <p:nvPr/>
        </p:nvSpPr>
        <p:spPr>
          <a:xfrm>
            <a:off x="-1" y="609600"/>
            <a:ext cx="10437814" cy="1368198"/>
          </a:xfrm>
          <a:prstGeom prst="rect">
            <a:avLst/>
          </a:prstGeom>
          <a:solidFill>
            <a:srgbClr val="26262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" name="Rectangle 8"/>
          <p:cNvSpPr/>
          <p:nvPr/>
        </p:nvSpPr>
        <p:spPr>
          <a:xfrm>
            <a:off x="10585826" y="609600"/>
            <a:ext cx="1602998" cy="136819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0" name="Title Text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2" cy="10809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970240"/>
            <a:ext cx="10437812" cy="32116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825" y="1971233"/>
            <a:ext cx="1602998" cy="144271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Rectangle 9"/>
          <p:cNvSpPr/>
          <p:nvPr/>
        </p:nvSpPr>
        <p:spPr>
          <a:xfrm>
            <a:off x="-1" y="609600"/>
            <a:ext cx="10437814" cy="1368198"/>
          </a:xfrm>
          <a:prstGeom prst="rect">
            <a:avLst/>
          </a:prstGeom>
          <a:solidFill>
            <a:srgbClr val="26262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" name="Rectangle 10"/>
          <p:cNvSpPr/>
          <p:nvPr/>
        </p:nvSpPr>
        <p:spPr>
          <a:xfrm>
            <a:off x="10585826" y="609600"/>
            <a:ext cx="1602998" cy="136819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680321" y="753226"/>
            <a:ext cx="9613859" cy="108094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685846" y="2336873"/>
            <a:ext cx="5608337" cy="35993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680321" y="2336872"/>
            <a:ext cx="3790079" cy="3599318"/>
          </a:xfrm>
          <a:prstGeom prst="rect">
            <a:avLst/>
          </a:prstGeom>
        </p:spPr>
        <p:txBody>
          <a:bodyPr anchor="ctr"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970240"/>
            <a:ext cx="10437812" cy="32116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825" y="1971233"/>
            <a:ext cx="1602998" cy="144271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Rectangle 9"/>
          <p:cNvSpPr/>
          <p:nvPr/>
        </p:nvSpPr>
        <p:spPr>
          <a:xfrm>
            <a:off x="-1" y="609600"/>
            <a:ext cx="10437814" cy="1368198"/>
          </a:xfrm>
          <a:prstGeom prst="rect">
            <a:avLst/>
          </a:prstGeom>
          <a:solidFill>
            <a:srgbClr val="26262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4" name="Rectangle 10"/>
          <p:cNvSpPr/>
          <p:nvPr/>
        </p:nvSpPr>
        <p:spPr>
          <a:xfrm>
            <a:off x="10585826" y="609600"/>
            <a:ext cx="1602998" cy="136819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5" name="Title Text"/>
          <p:cNvSpPr txBox="1">
            <a:spLocks noGrp="1"/>
          </p:cNvSpPr>
          <p:nvPr>
            <p:ph type="title"/>
          </p:nvPr>
        </p:nvSpPr>
        <p:spPr>
          <a:xfrm>
            <a:off x="680323" y="753228"/>
            <a:ext cx="9613858" cy="10809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4868333" y="2336874"/>
            <a:ext cx="5425850" cy="3599313"/>
          </a:xfrm>
          <a:prstGeom prst="rect">
            <a:avLst/>
          </a:prstGeom>
          <a:effectLst>
            <a:outerShdw blurRad="76200" dist="63500" dir="5040000" rotWithShape="0">
              <a:srgbClr val="000000">
                <a:alpha val="41000"/>
              </a:srgbClr>
            </a:outerShdw>
          </a:effectLst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80323" y="2336873"/>
            <a:ext cx="3876257" cy="3599316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928628"/>
            <a:ext cx="10437812" cy="32116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825" y="5929622"/>
            <a:ext cx="1602998" cy="144271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Rectangle 9"/>
          <p:cNvSpPr/>
          <p:nvPr/>
        </p:nvSpPr>
        <p:spPr>
          <a:xfrm>
            <a:off x="-1" y="4567987"/>
            <a:ext cx="10437814" cy="1368199"/>
          </a:xfrm>
          <a:prstGeom prst="rect">
            <a:avLst/>
          </a:prstGeom>
          <a:solidFill>
            <a:srgbClr val="26262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9" name="Rectangle 10"/>
          <p:cNvSpPr/>
          <p:nvPr/>
        </p:nvSpPr>
        <p:spPr>
          <a:xfrm>
            <a:off x="10585826" y="4567987"/>
            <a:ext cx="1602998" cy="13681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0" name="Title Text"/>
          <p:cNvSpPr txBox="1">
            <a:spLocks noGrp="1"/>
          </p:cNvSpPr>
          <p:nvPr>
            <p:ph type="title"/>
          </p:nvPr>
        </p:nvSpPr>
        <p:spPr>
          <a:xfrm>
            <a:off x="680321" y="4711615"/>
            <a:ext cx="9613860" cy="453052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141" name="Picture Placeholder 2"/>
          <p:cNvSpPr>
            <a:spLocks noGrp="1"/>
          </p:cNvSpPr>
          <p:nvPr>
            <p:ph type="pic" idx="21"/>
          </p:nvPr>
        </p:nvSpPr>
        <p:spPr>
          <a:xfrm>
            <a:off x="680321" y="609596"/>
            <a:ext cx="9613860" cy="3589577"/>
          </a:xfrm>
          <a:prstGeom prst="rect">
            <a:avLst/>
          </a:prstGeom>
          <a:effectLst>
            <a:outerShdw blurRad="76200" dist="63500" dir="5040000" rotWithShape="0">
              <a:srgbClr val="000000">
                <a:alpha val="41000"/>
              </a:srgbClr>
            </a:outerShdw>
          </a:effectLst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4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80318" y="5169582"/>
            <a:ext cx="9613864" cy="622972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729455" y="4944283"/>
            <a:ext cx="583665" cy="624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928628"/>
            <a:ext cx="10437812" cy="32116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825" y="5929622"/>
            <a:ext cx="1602998" cy="144271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Rectangle 9"/>
          <p:cNvSpPr/>
          <p:nvPr/>
        </p:nvSpPr>
        <p:spPr>
          <a:xfrm>
            <a:off x="-1" y="4567987"/>
            <a:ext cx="10437814" cy="1368199"/>
          </a:xfrm>
          <a:prstGeom prst="rect">
            <a:avLst/>
          </a:prstGeom>
          <a:solidFill>
            <a:srgbClr val="26262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4" name="Rectangle 10"/>
          <p:cNvSpPr/>
          <p:nvPr/>
        </p:nvSpPr>
        <p:spPr>
          <a:xfrm>
            <a:off x="10585826" y="4567987"/>
            <a:ext cx="1602998" cy="13681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5" name="Title Text"/>
          <p:cNvSpPr txBox="1">
            <a:spLocks noGrp="1"/>
          </p:cNvSpPr>
          <p:nvPr>
            <p:ph type="title"/>
          </p:nvPr>
        </p:nvSpPr>
        <p:spPr>
          <a:xfrm>
            <a:off x="680321" y="609596"/>
            <a:ext cx="9613860" cy="359275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5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80321" y="4711615"/>
            <a:ext cx="9613860" cy="1090790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729455" y="4944589"/>
            <a:ext cx="583665" cy="624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Picture 10" descr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928628"/>
            <a:ext cx="10437812" cy="321165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Picture 12" descr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825" y="5929622"/>
            <a:ext cx="1602998" cy="144271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Rectangle 13"/>
          <p:cNvSpPr/>
          <p:nvPr/>
        </p:nvSpPr>
        <p:spPr>
          <a:xfrm>
            <a:off x="-1" y="4567987"/>
            <a:ext cx="10437814" cy="1368199"/>
          </a:xfrm>
          <a:prstGeom prst="rect">
            <a:avLst/>
          </a:prstGeom>
          <a:solidFill>
            <a:srgbClr val="26262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8" name="Rectangle 14"/>
          <p:cNvSpPr/>
          <p:nvPr/>
        </p:nvSpPr>
        <p:spPr>
          <a:xfrm>
            <a:off x="10585826" y="4567987"/>
            <a:ext cx="1602998" cy="13681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9" name="Title Text"/>
          <p:cNvSpPr txBox="1">
            <a:spLocks noGrp="1"/>
          </p:cNvSpPr>
          <p:nvPr>
            <p:ph type="title"/>
          </p:nvPr>
        </p:nvSpPr>
        <p:spPr>
          <a:xfrm>
            <a:off x="1127855" y="609598"/>
            <a:ext cx="8718879" cy="30360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7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02287" y="3653378"/>
            <a:ext cx="8156580" cy="54896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400"/>
            </a:lvl1pPr>
            <a:lvl2pPr marL="0" indent="457200">
              <a:buSzTx/>
              <a:buFontTx/>
              <a:buNone/>
              <a:defRPr sz="1400"/>
            </a:lvl2pPr>
            <a:lvl3pPr marL="0" indent="914400">
              <a:buSzTx/>
              <a:buFontTx/>
              <a:buNone/>
              <a:defRPr sz="1400"/>
            </a:lvl3pPr>
            <a:lvl4pPr marL="0" indent="1371600">
              <a:buSzTx/>
              <a:buFontTx/>
              <a:buNone/>
              <a:defRPr sz="1400"/>
            </a:lvl4pPr>
            <a:lvl5pPr marL="0" indent="1828800"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1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680322" y="4711615"/>
            <a:ext cx="9613859" cy="1090790"/>
          </a:xfrm>
          <a:prstGeom prst="rect">
            <a:avLst/>
          </a:prstGeom>
        </p:spPr>
        <p:txBody>
          <a:bodyPr anchor="ctr"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72" name="TextBox 15"/>
          <p:cNvSpPr txBox="1"/>
          <p:nvPr/>
        </p:nvSpPr>
        <p:spPr>
          <a:xfrm>
            <a:off x="629291" y="461384"/>
            <a:ext cx="518161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7200" cap="all">
                <a:solidFill>
                  <a:srgbClr val="FFFFFF"/>
                </a:solidFill>
              </a:defRPr>
            </a:lvl1pPr>
          </a:lstStyle>
          <a:p>
            <a:r>
              <a:t>“</a:t>
            </a:r>
          </a:p>
        </p:txBody>
      </p:sp>
      <p:sp>
        <p:nvSpPr>
          <p:cNvPr id="173" name="TextBox 16"/>
          <p:cNvSpPr txBox="1"/>
          <p:nvPr/>
        </p:nvSpPr>
        <p:spPr>
          <a:xfrm>
            <a:off x="9708528" y="2746792"/>
            <a:ext cx="518161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7200" cap="all">
                <a:solidFill>
                  <a:srgbClr val="FFFFFF"/>
                </a:solidFill>
              </a:defRPr>
            </a:lvl1pPr>
          </a:lstStyle>
          <a:p>
            <a:r>
              <a:t>”</a:t>
            </a:r>
          </a:p>
        </p:txBody>
      </p:sp>
      <p:sp>
        <p:nvSpPr>
          <p:cNvPr id="17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729455" y="4942899"/>
            <a:ext cx="583665" cy="624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" name="Picture 8" descr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928628"/>
            <a:ext cx="10437812" cy="321165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825" y="5929622"/>
            <a:ext cx="1602998" cy="144271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Rectangle 10"/>
          <p:cNvSpPr/>
          <p:nvPr/>
        </p:nvSpPr>
        <p:spPr>
          <a:xfrm>
            <a:off x="-1" y="4567987"/>
            <a:ext cx="10437814" cy="1368199"/>
          </a:xfrm>
          <a:prstGeom prst="rect">
            <a:avLst/>
          </a:prstGeom>
          <a:solidFill>
            <a:srgbClr val="26262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5" name="Rectangle 11"/>
          <p:cNvSpPr/>
          <p:nvPr/>
        </p:nvSpPr>
        <p:spPr>
          <a:xfrm>
            <a:off x="10585826" y="4567987"/>
            <a:ext cx="1602998" cy="13681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6" name="Title Text"/>
          <p:cNvSpPr txBox="1">
            <a:spLocks noGrp="1"/>
          </p:cNvSpPr>
          <p:nvPr>
            <p:ph type="title"/>
          </p:nvPr>
        </p:nvSpPr>
        <p:spPr>
          <a:xfrm>
            <a:off x="680318" y="4711615"/>
            <a:ext cx="9613864" cy="58853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8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80320" y="5300148"/>
            <a:ext cx="9613863" cy="502256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729455" y="4942899"/>
            <a:ext cx="583665" cy="624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Picture 12" descr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970240"/>
            <a:ext cx="10437812" cy="321165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" name="Picture 13" descr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825" y="1971233"/>
            <a:ext cx="1602998" cy="144271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Rectangle 15"/>
          <p:cNvSpPr/>
          <p:nvPr/>
        </p:nvSpPr>
        <p:spPr>
          <a:xfrm>
            <a:off x="-1" y="609600"/>
            <a:ext cx="10437814" cy="1368198"/>
          </a:xfrm>
          <a:prstGeom prst="rect">
            <a:avLst/>
          </a:prstGeom>
          <a:solidFill>
            <a:srgbClr val="26262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9" name="Rectangle 16"/>
          <p:cNvSpPr/>
          <p:nvPr/>
        </p:nvSpPr>
        <p:spPr>
          <a:xfrm>
            <a:off x="10585826" y="609600"/>
            <a:ext cx="1602998" cy="136819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0" name="Title Text"/>
          <p:cNvSpPr txBox="1">
            <a:spLocks noGrp="1"/>
          </p:cNvSpPr>
          <p:nvPr>
            <p:ph type="title"/>
          </p:nvPr>
        </p:nvSpPr>
        <p:spPr>
          <a:xfrm>
            <a:off x="669221" y="753228"/>
            <a:ext cx="9624961" cy="10809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0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60945" y="2336873"/>
            <a:ext cx="3070035" cy="57626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2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680321" y="3022673"/>
            <a:ext cx="3049704" cy="2913514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400"/>
            </a:pPr>
            <a:endParaRPr/>
          </a:p>
        </p:txBody>
      </p:sp>
      <p:sp>
        <p:nvSpPr>
          <p:cNvPr id="203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3956024" y="2336873"/>
            <a:ext cx="3063241" cy="57626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</a:pPr>
            <a:endParaRPr/>
          </a:p>
        </p:txBody>
      </p:sp>
      <p:sp>
        <p:nvSpPr>
          <p:cNvPr id="204" name="Text Placeholder 3"/>
          <p:cNvSpPr>
            <a:spLocks noGrp="1"/>
          </p:cNvSpPr>
          <p:nvPr>
            <p:ph type="body" sz="quarter" idx="23"/>
          </p:nvPr>
        </p:nvSpPr>
        <p:spPr>
          <a:xfrm>
            <a:off x="3945470" y="3022673"/>
            <a:ext cx="3063240" cy="2913514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400"/>
            </a:pPr>
            <a:endParaRPr/>
          </a:p>
        </p:txBody>
      </p:sp>
      <p:sp>
        <p:nvSpPr>
          <p:cNvPr id="205" name="Text Placeholder 4"/>
          <p:cNvSpPr>
            <a:spLocks noGrp="1"/>
          </p:cNvSpPr>
          <p:nvPr>
            <p:ph type="body" sz="quarter" idx="24"/>
          </p:nvPr>
        </p:nvSpPr>
        <p:spPr>
          <a:xfrm>
            <a:off x="7224155" y="2336873"/>
            <a:ext cx="3070026" cy="57626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</a:pPr>
            <a:endParaRPr/>
          </a:p>
        </p:txBody>
      </p:sp>
      <p:sp>
        <p:nvSpPr>
          <p:cNvPr id="206" name="Text Placeholder 3"/>
          <p:cNvSpPr>
            <a:spLocks noGrp="1"/>
          </p:cNvSpPr>
          <p:nvPr>
            <p:ph type="body" sz="quarter" idx="25"/>
          </p:nvPr>
        </p:nvSpPr>
        <p:spPr>
          <a:xfrm>
            <a:off x="7224155" y="3022673"/>
            <a:ext cx="3070026" cy="2913514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400"/>
            </a:pPr>
            <a:endParaRPr/>
          </a:p>
        </p:txBody>
      </p:sp>
      <p:sp>
        <p:nvSpPr>
          <p:cNvPr id="20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Picture 14" descr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970240"/>
            <a:ext cx="10437812" cy="321165"/>
          </a:xfrm>
          <a:prstGeom prst="rect">
            <a:avLst/>
          </a:prstGeom>
          <a:ln w="12700">
            <a:miter lim="400000"/>
          </a:ln>
        </p:spPr>
      </p:pic>
      <p:pic>
        <p:nvPicPr>
          <p:cNvPr id="216" name="Picture 15" descr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825" y="1971233"/>
            <a:ext cx="1602998" cy="144271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Rectangle 16"/>
          <p:cNvSpPr/>
          <p:nvPr/>
        </p:nvSpPr>
        <p:spPr>
          <a:xfrm>
            <a:off x="-1" y="609600"/>
            <a:ext cx="10437814" cy="1368198"/>
          </a:xfrm>
          <a:prstGeom prst="rect">
            <a:avLst/>
          </a:prstGeom>
          <a:solidFill>
            <a:srgbClr val="26262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8" name="Rectangle 17"/>
          <p:cNvSpPr/>
          <p:nvPr/>
        </p:nvSpPr>
        <p:spPr>
          <a:xfrm>
            <a:off x="10585826" y="609600"/>
            <a:ext cx="1602998" cy="136819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9" name="Title Text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80318" y="4297503"/>
            <a:ext cx="3049705" cy="57626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1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680317" y="2336873"/>
            <a:ext cx="3049707" cy="1524001"/>
          </a:xfrm>
          <a:prstGeom prst="rect">
            <a:avLst/>
          </a:prstGeom>
          <a:effectLst>
            <a:outerShdw blurRad="50800" dist="50800" dir="5400000" rotWithShape="0">
              <a:srgbClr val="000000">
                <a:alpha val="43000"/>
              </a:srgbClr>
            </a:outerShdw>
          </a:effectLst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22" name="Text Placeholder 3"/>
          <p:cNvSpPr>
            <a:spLocks noGrp="1"/>
          </p:cNvSpPr>
          <p:nvPr>
            <p:ph type="body" sz="quarter" idx="22"/>
          </p:nvPr>
        </p:nvSpPr>
        <p:spPr>
          <a:xfrm>
            <a:off x="680317" y="4873764"/>
            <a:ext cx="3049707" cy="106242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400"/>
            </a:pPr>
            <a:endParaRPr/>
          </a:p>
        </p:txBody>
      </p:sp>
      <p:sp>
        <p:nvSpPr>
          <p:cNvPr id="223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3945471" y="4297503"/>
            <a:ext cx="3063241" cy="57626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</a:pPr>
            <a:endParaRPr/>
          </a:p>
        </p:txBody>
      </p:sp>
      <p:sp>
        <p:nvSpPr>
          <p:cNvPr id="224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3945470" y="2336873"/>
            <a:ext cx="3063240" cy="1524001"/>
          </a:xfrm>
          <a:prstGeom prst="rect">
            <a:avLst/>
          </a:prstGeom>
          <a:effectLst>
            <a:outerShdw blurRad="50800" dist="50800" dir="5400000" rotWithShape="0">
              <a:srgbClr val="000000">
                <a:alpha val="43000"/>
              </a:srgbClr>
            </a:outerShdw>
          </a:effectLst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25" name="Text Placeholder 3"/>
          <p:cNvSpPr>
            <a:spLocks noGrp="1"/>
          </p:cNvSpPr>
          <p:nvPr>
            <p:ph type="body" sz="quarter" idx="25"/>
          </p:nvPr>
        </p:nvSpPr>
        <p:spPr>
          <a:xfrm>
            <a:off x="3944117" y="4873764"/>
            <a:ext cx="3067298" cy="106242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400"/>
            </a:pPr>
            <a:endParaRPr/>
          </a:p>
        </p:txBody>
      </p:sp>
      <p:sp>
        <p:nvSpPr>
          <p:cNvPr id="226" name="Text Placeholder 4"/>
          <p:cNvSpPr>
            <a:spLocks noGrp="1"/>
          </p:cNvSpPr>
          <p:nvPr>
            <p:ph type="body" sz="quarter" idx="26"/>
          </p:nvPr>
        </p:nvSpPr>
        <p:spPr>
          <a:xfrm>
            <a:off x="7230678" y="4297503"/>
            <a:ext cx="3063506" cy="57626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</a:pPr>
            <a:endParaRPr/>
          </a:p>
        </p:txBody>
      </p:sp>
      <p:sp>
        <p:nvSpPr>
          <p:cNvPr id="227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7230677" y="2336873"/>
            <a:ext cx="3063506" cy="1524001"/>
          </a:xfrm>
          <a:prstGeom prst="rect">
            <a:avLst/>
          </a:prstGeom>
          <a:effectLst>
            <a:outerShdw blurRad="50800" dist="50800" dir="5400000" rotWithShape="0">
              <a:srgbClr val="000000">
                <a:alpha val="43000"/>
              </a:srgbClr>
            </a:outerShdw>
          </a:effectLst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28" name="Text Placeholder 3"/>
          <p:cNvSpPr>
            <a:spLocks noGrp="1"/>
          </p:cNvSpPr>
          <p:nvPr>
            <p:ph type="body" sz="quarter" idx="28"/>
          </p:nvPr>
        </p:nvSpPr>
        <p:spPr>
          <a:xfrm>
            <a:off x="7230553" y="4873761"/>
            <a:ext cx="3067564" cy="106242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400"/>
            </a:pPr>
            <a:endParaRPr/>
          </a:p>
        </p:txBody>
      </p:sp>
      <p:sp>
        <p:nvSpPr>
          <p:cNvPr id="2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68327"/>
            </a:gs>
            <a:gs pos="50000">
              <a:srgbClr val="D54209"/>
            </a:gs>
            <a:gs pos="100000">
              <a:srgbClr val="690D00"/>
            </a:gs>
          </a:gsLst>
          <a:lin ang="251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icture 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4" descr="Picture 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85825" y="1971233"/>
            <a:ext cx="1602998" cy="14427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5"/>
          <p:cNvSpPr/>
          <p:nvPr/>
        </p:nvSpPr>
        <p:spPr>
          <a:xfrm>
            <a:off x="10585826" y="609600"/>
            <a:ext cx="1602998" cy="136819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6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729455" y="986201"/>
            <a:ext cx="583665" cy="6248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Trebuchet MS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Trebuchet MS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Trebuchet MS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Trebuchet MS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Trebuchet MS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Trebuchet MS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Trebuchet MS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Trebuchet MS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Trebuchet MS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Trebuchet MS"/>
        </a:defRPr>
      </a:lvl1pPr>
      <a:lvl2pPr marL="731519" marR="0" indent="-27431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Trebuchet MS"/>
        </a:defRPr>
      </a:lvl2pPr>
      <a:lvl3pPr marL="12192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Trebuchet MS"/>
        </a:defRPr>
      </a:lvl3pPr>
      <a:lvl4pPr marL="17145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Trebuchet MS"/>
        </a:defRPr>
      </a:lvl4pPr>
      <a:lvl5pPr marL="21717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Trebuchet MS"/>
        </a:defRPr>
      </a:lvl5pPr>
      <a:lvl6pPr marL="2677885" marR="0" indent="-391885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Trebuchet MS"/>
        </a:defRPr>
      </a:lvl6pPr>
      <a:lvl7pPr marL="3135085" marR="0" indent="-391885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Trebuchet MS"/>
        </a:defRPr>
      </a:lvl7pPr>
      <a:lvl8pPr marL="3592285" marR="0" indent="-391885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Trebuchet MS"/>
        </a:defRPr>
      </a:lvl8pPr>
      <a:lvl9pPr marL="4049485" marR="0" indent="-391885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Trebuchet MS"/>
        </a:defRPr>
      </a:lvl9pPr>
    </p:bodyStyle>
    <p:other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1pPr>
      <a:lvl2pPr marL="0" marR="0" indent="4572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2pPr>
      <a:lvl3pPr marL="0" marR="0" indent="9144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3pPr>
      <a:lvl4pPr marL="0" marR="0" indent="13716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4pPr>
      <a:lvl5pPr marL="0" marR="0" indent="18288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5pPr>
      <a:lvl6pPr marL="0" marR="0" indent="22860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6pPr>
      <a:lvl7pPr marL="0" marR="0" indent="27432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7pPr>
      <a:lvl8pPr marL="0" marR="0" indent="32004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8pPr>
      <a:lvl9pPr marL="0" marR="0" indent="36576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ectror.co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le 1"/>
          <p:cNvSpPr txBox="1">
            <a:spLocks noGrp="1"/>
          </p:cNvSpPr>
          <p:nvPr>
            <p:ph type="ctrTitle"/>
          </p:nvPr>
        </p:nvSpPr>
        <p:spPr>
          <a:xfrm>
            <a:off x="-1879246" y="2482269"/>
            <a:ext cx="10764827" cy="1597894"/>
          </a:xfrm>
          <a:prstGeom prst="rect">
            <a:avLst/>
          </a:prstGeom>
        </p:spPr>
        <p:txBody>
          <a:bodyPr/>
          <a:lstStyle/>
          <a:p>
            <a:pPr>
              <a:defRPr sz="4400" b="1" i="1"/>
            </a:pPr>
            <a:r>
              <a:rPr dirty="0"/>
              <a:t>Automotive ECU Communication </a:t>
            </a:r>
            <a:br>
              <a:rPr dirty="0"/>
            </a:br>
            <a:r>
              <a:rPr lang="en-IN" dirty="0"/>
              <a:t>Framework</a:t>
            </a:r>
            <a:r>
              <a:rPr dirty="0"/>
              <a:t> Using CAN Protocol</a:t>
            </a:r>
          </a:p>
        </p:txBody>
      </p:sp>
      <p:sp>
        <p:nvSpPr>
          <p:cNvPr id="239" name="Subtitle 2"/>
          <p:cNvSpPr txBox="1">
            <a:spLocks noGrp="1"/>
          </p:cNvSpPr>
          <p:nvPr>
            <p:ph type="subTitle" sz="quarter" idx="1"/>
          </p:nvPr>
        </p:nvSpPr>
        <p:spPr>
          <a:xfrm>
            <a:off x="0" y="131394"/>
            <a:ext cx="12192000" cy="555371"/>
          </a:xfrm>
          <a:prstGeom prst="rect">
            <a:avLst/>
          </a:prstGeom>
        </p:spPr>
        <p:txBody>
          <a:bodyPr/>
          <a:lstStyle>
            <a:lvl1pPr algn="ctr" defTabSz="658368">
              <a:spcBef>
                <a:spcPts val="700"/>
              </a:spcBef>
              <a:defRPr sz="3168" b="1" i="1">
                <a:latin typeface="Abadi"/>
                <a:ea typeface="Abadi"/>
                <a:cs typeface="Abadi"/>
                <a:sym typeface="Abadi"/>
              </a:defRPr>
            </a:lvl1pPr>
          </a:lstStyle>
          <a:p>
            <a:r>
              <a:t>VECTOR INDIA PVT LTD</a:t>
            </a:r>
          </a:p>
        </p:txBody>
      </p:sp>
      <p:pic>
        <p:nvPicPr>
          <p:cNvPr id="240" name="Picture 4" descr="Picture 4"/>
          <p:cNvPicPr>
            <a:picLocks noChangeAspect="1"/>
          </p:cNvPicPr>
          <p:nvPr/>
        </p:nvPicPr>
        <p:blipFill>
          <a:blip r:embed="rId2"/>
          <a:srcRect l="21577" t="18945" r="21478" b="15352"/>
          <a:stretch>
            <a:fillRect/>
          </a:stretch>
        </p:blipFill>
        <p:spPr>
          <a:xfrm>
            <a:off x="5535561" y="866761"/>
            <a:ext cx="1120878" cy="1435511"/>
          </a:xfrm>
          <a:prstGeom prst="rect">
            <a:avLst/>
          </a:prstGeom>
          <a:ln w="12700">
            <a:miter lim="400000"/>
          </a:ln>
        </p:spPr>
      </p:pic>
      <p:sp>
        <p:nvSpPr>
          <p:cNvPr id="241" name="TextBox 5"/>
          <p:cNvSpPr txBox="1"/>
          <p:nvPr/>
        </p:nvSpPr>
        <p:spPr>
          <a:xfrm>
            <a:off x="6485740" y="4573127"/>
            <a:ext cx="5613622" cy="2062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 u="sng">
                <a:solidFill>
                  <a:srgbClr val="FFFFFF"/>
                </a:solidFill>
              </a:defRPr>
            </a:pPr>
            <a:r>
              <a:rPr dirty="0"/>
              <a:t>PROJECT MEMBERS</a:t>
            </a:r>
            <a:r>
              <a:rPr u="none" dirty="0"/>
              <a:t>:</a:t>
            </a:r>
          </a:p>
          <a:p>
            <a:pPr>
              <a:defRPr>
                <a:solidFill>
                  <a:srgbClr val="FFFFFF"/>
                </a:solidFill>
              </a:defRPr>
            </a:pPr>
            <a:endParaRPr u="none" dirty="0"/>
          </a:p>
          <a:p>
            <a:pPr>
              <a:defRPr>
                <a:solidFill>
                  <a:srgbClr val="FFFFFF"/>
                </a:solidFill>
              </a:defRPr>
            </a:pPr>
            <a:r>
              <a:rPr lang="en-US" dirty="0"/>
              <a:t>V25BE3M7		</a:t>
            </a:r>
            <a:r>
              <a:rPr lang="en-US" dirty="0" err="1"/>
              <a:t>M.Teja</a:t>
            </a:r>
            <a:endParaRPr lang="en-US" dirty="0"/>
          </a:p>
          <a:p>
            <a:pPr>
              <a:defRPr>
                <a:solidFill>
                  <a:srgbClr val="FFFFFF"/>
                </a:solidFill>
              </a:defRPr>
            </a:pPr>
            <a:r>
              <a:rPr lang="en-US" dirty="0"/>
              <a:t>V25BE3A1		Apoorva Badiger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lang="en-US" dirty="0"/>
              <a:t>V25BE3V4            Priyanka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V25BE3K</a:t>
            </a:r>
            <a:r>
              <a:rPr lang="en-US" dirty="0"/>
              <a:t>3</a:t>
            </a:r>
            <a:r>
              <a:rPr dirty="0"/>
              <a:t>		</a:t>
            </a:r>
            <a:r>
              <a:rPr lang="en-US" dirty="0"/>
              <a:t>Ram Krishna</a:t>
            </a:r>
            <a:endParaRPr dirty="0"/>
          </a:p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V25BE3N</a:t>
            </a:r>
            <a:r>
              <a:rPr lang="en-US" dirty="0"/>
              <a:t>10</a:t>
            </a:r>
            <a:r>
              <a:rPr dirty="0"/>
              <a:t>		N</a:t>
            </a:r>
            <a:r>
              <a:rPr lang="en-US" dirty="0"/>
              <a:t>ithin Kumar</a:t>
            </a:r>
            <a:r>
              <a:rPr dirty="0"/>
              <a:t>	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itle 1"/>
          <p:cNvSpPr txBox="1">
            <a:spLocks noGrp="1"/>
          </p:cNvSpPr>
          <p:nvPr>
            <p:ph type="title"/>
          </p:nvPr>
        </p:nvSpPr>
        <p:spPr>
          <a:xfrm>
            <a:off x="680320" y="753228"/>
            <a:ext cx="9613863" cy="1080938"/>
          </a:xfrm>
          <a:prstGeom prst="rect">
            <a:avLst/>
          </a:prstGeom>
        </p:spPr>
        <p:txBody>
          <a:bodyPr/>
          <a:lstStyle/>
          <a:p>
            <a:r>
              <a:t>CONTENTS</a:t>
            </a:r>
          </a:p>
        </p:txBody>
      </p:sp>
      <p:sp>
        <p:nvSpPr>
          <p:cNvPr id="244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80320" y="2336873"/>
            <a:ext cx="9613863" cy="4123562"/>
          </a:xfrm>
          <a:prstGeom prst="rect">
            <a:avLst/>
          </a:prstGeom>
        </p:spPr>
        <p:txBody>
          <a:bodyPr/>
          <a:lstStyle/>
          <a:p>
            <a:r>
              <a:t>Introduction</a:t>
            </a:r>
          </a:p>
          <a:p>
            <a:r>
              <a:t>Problem and Objective</a:t>
            </a:r>
          </a:p>
          <a:p>
            <a:r>
              <a:t>Literature Survey</a:t>
            </a:r>
          </a:p>
          <a:p>
            <a:r>
              <a:t>Proposed System</a:t>
            </a:r>
          </a:p>
          <a:p>
            <a:r>
              <a:t>Hardware/Software Used</a:t>
            </a:r>
          </a:p>
          <a:p>
            <a:r>
              <a:t>Implementation</a:t>
            </a:r>
          </a:p>
          <a:p>
            <a:r>
              <a:t>Results</a:t>
            </a:r>
          </a:p>
          <a:p>
            <a:r>
              <a:t>Conclusion and Future Scope</a:t>
            </a:r>
          </a:p>
          <a:p>
            <a:r>
              <a:t>References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itle 1"/>
          <p:cNvSpPr txBox="1">
            <a:spLocks noGrp="1"/>
          </p:cNvSpPr>
          <p:nvPr>
            <p:ph type="title"/>
          </p:nvPr>
        </p:nvSpPr>
        <p:spPr>
          <a:xfrm>
            <a:off x="680320" y="753228"/>
            <a:ext cx="9613863" cy="1080938"/>
          </a:xfrm>
          <a:prstGeom prst="rect">
            <a:avLst/>
          </a:prstGeom>
        </p:spPr>
        <p:txBody>
          <a:bodyPr/>
          <a:lstStyle>
            <a:lvl1pPr>
              <a:defRPr>
                <a:latin typeface="Algerian"/>
                <a:ea typeface="Algerian"/>
                <a:cs typeface="Algerian"/>
                <a:sym typeface="Algerian"/>
              </a:defRPr>
            </a:lvl1pPr>
          </a:lstStyle>
          <a:p>
            <a:r>
              <a:t>Introduction:</a:t>
            </a:r>
          </a:p>
        </p:txBody>
      </p:sp>
      <p:sp>
        <p:nvSpPr>
          <p:cNvPr id="24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372209" y="2227540"/>
            <a:ext cx="7718243" cy="434222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0000"/>
              </a:lnSpc>
              <a:defRPr sz="2000"/>
            </a:pPr>
            <a:r>
              <a:t>AN AUTOMOTIVE ECU COMMUNICATION SYSTEM USES THE CONTROLLER AREA NETWORK (CAN) PROTOCOL.</a:t>
            </a:r>
          </a:p>
          <a:p>
            <a:pPr>
              <a:lnSpc>
                <a:spcPct val="110000"/>
              </a:lnSpc>
              <a:defRPr sz="2000"/>
            </a:pPr>
            <a:endParaRPr/>
          </a:p>
          <a:p>
            <a:pPr>
              <a:lnSpc>
                <a:spcPct val="110000"/>
              </a:lnSpc>
              <a:defRPr sz="2000"/>
            </a:pPr>
            <a:r>
              <a:t>IT IS A MESSAGE-BASED &amp; SERIAL COMMUNICATION SYSTEM.</a:t>
            </a:r>
          </a:p>
          <a:p>
            <a:pPr>
              <a:lnSpc>
                <a:spcPct val="110000"/>
              </a:lnSpc>
              <a:defRPr sz="2000"/>
            </a:pPr>
            <a:endParaRPr/>
          </a:p>
          <a:p>
            <a:pPr>
              <a:lnSpc>
                <a:spcPct val="110000"/>
              </a:lnSpc>
              <a:defRPr sz="2000"/>
            </a:pPr>
            <a:r>
              <a:t>IT ALLOWS MULTIPLE ECUS TO EXCHANGE DATA RELIABLY OVER A TWO-WIRE BUS WITHOUT A HOST COMPUTER.</a:t>
            </a:r>
          </a:p>
          <a:p>
            <a:pPr>
              <a:lnSpc>
                <a:spcPct val="110000"/>
              </a:lnSpc>
              <a:defRPr sz="2000"/>
            </a:pPr>
            <a:endParaRPr/>
          </a:p>
          <a:p>
            <a:pPr>
              <a:lnSpc>
                <a:spcPct val="110000"/>
              </a:lnSpc>
              <a:defRPr sz="2000"/>
            </a:pPr>
            <a:r>
              <a:t>CAN IS A BROADCAST AND ASYNCHRONOUS PROTOCOL.</a:t>
            </a:r>
          </a:p>
        </p:txBody>
      </p:sp>
      <p:pic>
        <p:nvPicPr>
          <p:cNvPr id="248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541" y="2396503"/>
            <a:ext cx="3961666" cy="35718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itle 1"/>
          <p:cNvSpPr txBox="1">
            <a:spLocks noGrp="1"/>
          </p:cNvSpPr>
          <p:nvPr>
            <p:ph type="title"/>
          </p:nvPr>
        </p:nvSpPr>
        <p:spPr>
          <a:xfrm>
            <a:off x="680320" y="753228"/>
            <a:ext cx="9613863" cy="1080938"/>
          </a:xfrm>
          <a:prstGeom prst="rect">
            <a:avLst/>
          </a:prstGeom>
        </p:spPr>
        <p:txBody>
          <a:bodyPr/>
          <a:lstStyle>
            <a:lvl1pPr>
              <a:defRPr>
                <a:latin typeface="Algerian"/>
                <a:ea typeface="Algerian"/>
                <a:cs typeface="Algerian"/>
                <a:sym typeface="Algerian"/>
              </a:defRPr>
            </a:lvl1pPr>
          </a:lstStyle>
          <a:p>
            <a:r>
              <a:t>PROBLEM STATEMENT &amp; OBJECTIVE</a:t>
            </a:r>
          </a:p>
        </p:txBody>
      </p:sp>
      <p:sp>
        <p:nvSpPr>
          <p:cNvPr id="25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80320" y="2108274"/>
            <a:ext cx="9613863" cy="4302464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6000"/>
              </a:lnSpc>
              <a:buSzTx/>
              <a:buNone/>
              <a:defRPr sz="1800" b="1" u="sng"/>
            </a:pPr>
            <a:r>
              <a:t>PROBLEM STATEMENT: </a:t>
            </a:r>
            <a:endParaRPr sz="2600"/>
          </a:p>
          <a:p>
            <a:pPr>
              <a:lnSpc>
                <a:spcPct val="96000"/>
              </a:lnSpc>
              <a:defRPr sz="1600"/>
            </a:pPr>
            <a:r>
              <a:t>INCREASING NUMBER OF ECUS IN MODERN VEHICLES. </a:t>
            </a:r>
          </a:p>
          <a:p>
            <a:pPr>
              <a:lnSpc>
                <a:spcPct val="96000"/>
              </a:lnSpc>
              <a:defRPr sz="1600"/>
            </a:pPr>
            <a:r>
              <a:t>POINT-TO-POINT WIRING IS COMPLEX, COSTLY, AND INEFFICIENT. </a:t>
            </a:r>
          </a:p>
          <a:p>
            <a:pPr>
              <a:lnSpc>
                <a:spcPct val="96000"/>
              </a:lnSpc>
              <a:defRPr sz="1600"/>
            </a:pPr>
            <a:r>
              <a:t>REAL-TIME COMMUNICATION BETWEEN ECU’S IS CHALLENGING. </a:t>
            </a:r>
          </a:p>
          <a:p>
            <a:pPr>
              <a:lnSpc>
                <a:spcPct val="96000"/>
              </a:lnSpc>
              <a:defRPr sz="1600"/>
            </a:pPr>
            <a:r>
              <a:t>NEED FOR A RELIABLE AND STANDARD COMMUNICATION SYSTEM.</a:t>
            </a:r>
          </a:p>
          <a:p>
            <a:pPr>
              <a:lnSpc>
                <a:spcPct val="96000"/>
              </a:lnSpc>
              <a:defRPr sz="1600"/>
            </a:pPr>
            <a:endParaRPr/>
          </a:p>
          <a:p>
            <a:pPr marL="0" indent="0">
              <a:lnSpc>
                <a:spcPct val="96000"/>
              </a:lnSpc>
              <a:buSzTx/>
              <a:buNone/>
              <a:defRPr sz="1800" b="1" u="sng"/>
            </a:pPr>
            <a:r>
              <a:t>OBJECTIVE</a:t>
            </a:r>
            <a:r>
              <a:rPr u="none"/>
              <a:t>: </a:t>
            </a:r>
            <a:endParaRPr sz="2600"/>
          </a:p>
          <a:p>
            <a:pPr>
              <a:lnSpc>
                <a:spcPct val="96000"/>
              </a:lnSpc>
              <a:defRPr sz="1600"/>
            </a:pPr>
            <a:r>
              <a:t>TO UNDERSTAND AND IMPLEMENT THE CAN PROTOCOL FOR ECU COMMUNICATION. </a:t>
            </a:r>
          </a:p>
          <a:p>
            <a:pPr>
              <a:lnSpc>
                <a:spcPct val="96000"/>
              </a:lnSpc>
              <a:defRPr sz="1600"/>
            </a:pPr>
            <a:r>
              <a:t>TO SIMULATE REAL-TIME DATA EXCHANGE BETWEEN MULTIPLE ECUS. </a:t>
            </a:r>
          </a:p>
          <a:p>
            <a:pPr>
              <a:lnSpc>
                <a:spcPct val="96000"/>
              </a:lnSpc>
              <a:defRPr sz="1600"/>
            </a:pPr>
            <a:r>
              <a:t>TO REDUCE WIRING COMPLEXITY USING A TWO-WIRE CAN BUS. </a:t>
            </a:r>
          </a:p>
          <a:p>
            <a:pPr>
              <a:lnSpc>
                <a:spcPct val="96000"/>
              </a:lnSpc>
              <a:defRPr sz="1600"/>
            </a:pPr>
            <a:r>
              <a:t>TO DEMONSTRATE FAULT DETECTION AND ERROR HANDLING USING CAN FEATURES.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itle 1"/>
          <p:cNvSpPr txBox="1">
            <a:spLocks noGrp="1"/>
          </p:cNvSpPr>
          <p:nvPr>
            <p:ph type="title"/>
          </p:nvPr>
        </p:nvSpPr>
        <p:spPr>
          <a:xfrm>
            <a:off x="680320" y="753228"/>
            <a:ext cx="9613863" cy="1080938"/>
          </a:xfrm>
          <a:prstGeom prst="rect">
            <a:avLst/>
          </a:prstGeom>
        </p:spPr>
        <p:txBody>
          <a:bodyPr/>
          <a:lstStyle>
            <a:lvl1pPr>
              <a:defRPr>
                <a:latin typeface="Algerian"/>
                <a:ea typeface="Algerian"/>
                <a:cs typeface="Algerian"/>
                <a:sym typeface="Algerian"/>
              </a:defRPr>
            </a:lvl1pPr>
          </a:lstStyle>
          <a:p>
            <a:r>
              <a:t>LITERATURE SURVEY</a:t>
            </a:r>
          </a:p>
        </p:txBody>
      </p:sp>
      <p:sp>
        <p:nvSpPr>
          <p:cNvPr id="254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92695" y="1998942"/>
            <a:ext cx="11037914" cy="4391919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6000"/>
              </a:lnSpc>
              <a:buSzTx/>
              <a:buNone/>
              <a:defRPr sz="1800"/>
            </a:pPr>
            <a:endParaRPr/>
          </a:p>
          <a:p>
            <a:pPr>
              <a:lnSpc>
                <a:spcPct val="96000"/>
              </a:lnSpc>
              <a:defRPr sz="2100"/>
            </a:pPr>
            <a:r>
              <a:t>CAN protocol specifications are published in the </a:t>
            </a:r>
            <a:r>
              <a:rPr b="1"/>
              <a:t>Bosch CAN 2.0 documentation </a:t>
            </a:r>
            <a:r>
              <a:t>and later standardized as </a:t>
            </a:r>
            <a:r>
              <a:rPr b="1"/>
              <a:t>ISO 11898</a:t>
            </a:r>
            <a:r>
              <a:t>. </a:t>
            </a:r>
            <a:endParaRPr sz="2200"/>
          </a:p>
          <a:p>
            <a:pPr>
              <a:lnSpc>
                <a:spcPct val="96000"/>
              </a:lnSpc>
              <a:defRPr sz="2100"/>
            </a:pPr>
            <a:r>
              <a:t>For this project, we referred to: </a:t>
            </a:r>
            <a:endParaRPr sz="2200"/>
          </a:p>
          <a:p>
            <a:pPr>
              <a:lnSpc>
                <a:spcPct val="96000"/>
              </a:lnSpc>
              <a:defRPr sz="2100" b="1"/>
            </a:pPr>
            <a:r>
              <a:t>Bosch CAN Protocol Documentation </a:t>
            </a:r>
            <a:r>
              <a:rPr b="0"/>
              <a:t>– For understanding CAN message framing and arbitration. </a:t>
            </a:r>
            <a:endParaRPr sz="2200"/>
          </a:p>
          <a:p>
            <a:pPr>
              <a:lnSpc>
                <a:spcPct val="96000"/>
              </a:lnSpc>
              <a:defRPr sz="2100" b="1"/>
            </a:pPr>
            <a:r>
              <a:t>NXP LPC2129 Datasheet </a:t>
            </a:r>
            <a:r>
              <a:rPr b="0"/>
              <a:t>– To configure CAN controller registers. </a:t>
            </a:r>
            <a:endParaRPr sz="2200"/>
          </a:p>
          <a:p>
            <a:pPr>
              <a:lnSpc>
                <a:spcPct val="96000"/>
              </a:lnSpc>
              <a:defRPr sz="2100" b="1"/>
            </a:pPr>
            <a:r>
              <a:t>MCP2551 Transceiver Datasheet </a:t>
            </a:r>
            <a:r>
              <a:rPr b="0"/>
              <a:t>– For interfacing the LPC2129 with the CAN bus. </a:t>
            </a:r>
            <a:endParaRPr sz="2200"/>
          </a:p>
          <a:p>
            <a:pPr>
              <a:lnSpc>
                <a:spcPct val="96000"/>
              </a:lnSpc>
              <a:defRPr sz="2100" b="1"/>
            </a:pPr>
            <a:r>
              <a:t>Keil uVision IDE Documentation </a:t>
            </a:r>
            <a:r>
              <a:rPr b="0"/>
              <a:t>– For compiling and debugging the project code. </a:t>
            </a:r>
            <a:endParaRPr sz="2200"/>
          </a:p>
          <a:p>
            <a:pPr>
              <a:lnSpc>
                <a:spcPct val="96000"/>
              </a:lnSpc>
              <a:defRPr sz="2100" b="1"/>
            </a:pPr>
            <a:r>
              <a:t>Flash Magic User Manual </a:t>
            </a:r>
            <a:r>
              <a:rPr b="0"/>
              <a:t>– For programming the LPC2129 microcontroller using UART</a:t>
            </a:r>
            <a:r>
              <a:rPr sz="1600" b="0"/>
              <a:t>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itle 1"/>
          <p:cNvSpPr txBox="1">
            <a:spLocks noGrp="1"/>
          </p:cNvSpPr>
          <p:nvPr>
            <p:ph type="title"/>
          </p:nvPr>
        </p:nvSpPr>
        <p:spPr>
          <a:xfrm>
            <a:off x="680320" y="753228"/>
            <a:ext cx="9613863" cy="1080938"/>
          </a:xfrm>
          <a:prstGeom prst="rect">
            <a:avLst/>
          </a:prstGeom>
        </p:spPr>
        <p:txBody>
          <a:bodyPr/>
          <a:lstStyle>
            <a:lvl1pPr>
              <a:defRPr>
                <a:latin typeface="Algerian"/>
                <a:ea typeface="Algerian"/>
                <a:cs typeface="Algerian"/>
                <a:sym typeface="Algerian"/>
              </a:defRPr>
            </a:lvl1pPr>
          </a:lstStyle>
          <a:p>
            <a:r>
              <a:t>PROPOSED SYSTEM</a:t>
            </a:r>
          </a:p>
        </p:txBody>
      </p:sp>
      <p:sp>
        <p:nvSpPr>
          <p:cNvPr id="257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680321" y="2336873"/>
            <a:ext cx="6039456" cy="3599317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50000"/>
              </a:lnSpc>
              <a:buSzTx/>
              <a:buNone/>
              <a:defRPr sz="2800" b="1" u="sng"/>
            </a:pPr>
            <a:r>
              <a:t>SYSTEM DESCRIPTION</a:t>
            </a:r>
            <a:r>
              <a:rPr sz="2400" u="none"/>
              <a:t>:–</a:t>
            </a:r>
          </a:p>
          <a:p>
            <a:pPr>
              <a:lnSpc>
                <a:spcPct val="150000"/>
              </a:lnSpc>
            </a:pPr>
            <a:r>
              <a:t>LPC21XX ECU WITH CAN1 PERIPHERAL.</a:t>
            </a:r>
          </a:p>
          <a:p>
            <a:pPr>
              <a:lnSpc>
                <a:spcPct val="100000"/>
              </a:lnSpc>
            </a:pPr>
            <a:r>
              <a:t>ACCEPTANCE FILTER CONFIGURED FOR SPECIFIC IDS. </a:t>
            </a:r>
          </a:p>
          <a:p>
            <a:pPr>
              <a:lnSpc>
                <a:spcPct val="100000"/>
              </a:lnSpc>
            </a:pPr>
            <a:r>
              <a:t>INTERRUPT-DRIVEN MESSAGE HANDLING. </a:t>
            </a:r>
          </a:p>
          <a:p>
            <a:pPr>
              <a:lnSpc>
                <a:spcPct val="100000"/>
              </a:lnSpc>
            </a:pPr>
            <a:r>
              <a:t>LEDS USED FOR OUTPUT INDICATOR.</a:t>
            </a:r>
          </a:p>
        </p:txBody>
      </p:sp>
      <p:pic>
        <p:nvPicPr>
          <p:cNvPr id="258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268" y="2336873"/>
            <a:ext cx="5145158" cy="3971926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84DF79-00DA-957D-F152-5093B827A3F6}"/>
              </a:ext>
            </a:extLst>
          </p:cNvPr>
          <p:cNvSpPr txBox="1"/>
          <p:nvPr/>
        </p:nvSpPr>
        <p:spPr>
          <a:xfrm>
            <a:off x="9549847" y="1375794"/>
            <a:ext cx="57884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Trebuchet MS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itle 1"/>
          <p:cNvSpPr txBox="1">
            <a:spLocks noGrp="1"/>
          </p:cNvSpPr>
          <p:nvPr>
            <p:ph type="title"/>
          </p:nvPr>
        </p:nvSpPr>
        <p:spPr>
          <a:xfrm>
            <a:off x="680320" y="753228"/>
            <a:ext cx="9613863" cy="1080938"/>
          </a:xfrm>
          <a:prstGeom prst="rect">
            <a:avLst/>
          </a:prstGeom>
        </p:spPr>
        <p:txBody>
          <a:bodyPr/>
          <a:lstStyle>
            <a:lvl1pPr>
              <a:defRPr>
                <a:latin typeface="Algerian"/>
                <a:ea typeface="Algerian"/>
                <a:cs typeface="Algerian"/>
                <a:sym typeface="Algerian"/>
              </a:defRPr>
            </a:lvl1pPr>
          </a:lstStyle>
          <a:p>
            <a:r>
              <a:t>BLOCK DIAGRAM</a:t>
            </a:r>
          </a:p>
        </p:txBody>
      </p:sp>
      <p:pic>
        <p:nvPicPr>
          <p:cNvPr id="261" name="Screenshot 2026-02-27 at 12.08.16 PM.png" descr="Screenshot 2026-02-27 at 12.08.16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982" y="2332139"/>
            <a:ext cx="5920939" cy="38757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itle 1"/>
          <p:cNvSpPr txBox="1">
            <a:spLocks noGrp="1"/>
          </p:cNvSpPr>
          <p:nvPr>
            <p:ph type="title"/>
          </p:nvPr>
        </p:nvSpPr>
        <p:spPr>
          <a:xfrm>
            <a:off x="680320" y="753228"/>
            <a:ext cx="9613863" cy="1080938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t>HARDWARE / SOFTWARE USED</a:t>
            </a:r>
          </a:p>
        </p:txBody>
      </p:sp>
      <p:sp>
        <p:nvSpPr>
          <p:cNvPr id="264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440809" y="2501868"/>
            <a:ext cx="5163888" cy="3599317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9000"/>
              </a:lnSpc>
              <a:buSzTx/>
              <a:buNone/>
              <a:defRPr sz="2500" b="1" u="sng"/>
            </a:pPr>
            <a:r>
              <a:rPr dirty="0"/>
              <a:t>HARDWARE:</a:t>
            </a:r>
            <a:r>
              <a:rPr sz="2200" b="0" u="none" dirty="0"/>
              <a:t>-</a:t>
            </a:r>
            <a:endParaRPr sz="2200" dirty="0"/>
          </a:p>
          <a:p>
            <a:pPr>
              <a:lnSpc>
                <a:spcPct val="99000"/>
              </a:lnSpc>
              <a:defRPr sz="2200"/>
            </a:pPr>
            <a:r>
              <a:rPr dirty="0"/>
              <a:t>LPC2129 Microcontroller</a:t>
            </a:r>
            <a:r>
              <a:rPr lang="en-IN" dirty="0"/>
              <a:t>(2 Boards)</a:t>
            </a:r>
            <a:r>
              <a:rPr dirty="0"/>
              <a:t>. </a:t>
            </a:r>
          </a:p>
          <a:p>
            <a:pPr>
              <a:lnSpc>
                <a:spcPct val="99000"/>
              </a:lnSpc>
              <a:defRPr sz="2200"/>
            </a:pPr>
            <a:r>
              <a:rPr dirty="0"/>
              <a:t>MCP2551 CAN Transceiver. </a:t>
            </a:r>
          </a:p>
          <a:p>
            <a:pPr>
              <a:lnSpc>
                <a:spcPct val="99000"/>
              </a:lnSpc>
              <a:defRPr sz="2200"/>
            </a:pPr>
            <a:r>
              <a:rPr lang="en-IN" dirty="0"/>
              <a:t>5 </a:t>
            </a:r>
            <a:r>
              <a:rPr dirty="0"/>
              <a:t>LEDs &amp; </a:t>
            </a:r>
            <a:r>
              <a:rPr lang="en-IN" dirty="0"/>
              <a:t>3 </a:t>
            </a:r>
            <a:r>
              <a:rPr dirty="0"/>
              <a:t>Switches. </a:t>
            </a:r>
            <a:endParaRPr lang="en-IN" dirty="0"/>
          </a:p>
          <a:p>
            <a:pPr>
              <a:lnSpc>
                <a:spcPct val="99000"/>
              </a:lnSpc>
              <a:defRPr sz="2200"/>
            </a:pPr>
            <a:r>
              <a:rPr lang="en-IN" dirty="0"/>
              <a:t>Potentiometer.</a:t>
            </a:r>
            <a:endParaRPr dirty="0"/>
          </a:p>
          <a:p>
            <a:pPr>
              <a:lnSpc>
                <a:spcPct val="99000"/>
              </a:lnSpc>
              <a:defRPr sz="2200"/>
            </a:pPr>
            <a:r>
              <a:rPr dirty="0"/>
              <a:t>Power Supply. </a:t>
            </a:r>
          </a:p>
          <a:p>
            <a:pPr>
              <a:lnSpc>
                <a:spcPct val="99000"/>
              </a:lnSpc>
              <a:defRPr sz="2200"/>
            </a:pPr>
            <a:r>
              <a:rPr lang="en-IN" dirty="0"/>
              <a:t>Connecting Wires</a:t>
            </a:r>
            <a:r>
              <a:rPr dirty="0"/>
              <a:t>.</a:t>
            </a:r>
          </a:p>
        </p:txBody>
      </p:sp>
      <p:sp>
        <p:nvSpPr>
          <p:cNvPr id="265" name="Content Placeholder 2"/>
          <p:cNvSpPr txBox="1"/>
          <p:nvPr/>
        </p:nvSpPr>
        <p:spPr>
          <a:xfrm>
            <a:off x="6186406" y="2512206"/>
            <a:ext cx="5668210" cy="35993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defTabSz="914400">
              <a:lnSpc>
                <a:spcPct val="110000"/>
              </a:lnSpc>
              <a:spcBef>
                <a:spcPts val="1000"/>
              </a:spcBef>
              <a:defRPr sz="2500" b="1" u="sng">
                <a:solidFill>
                  <a:srgbClr val="FFFFFF"/>
                </a:solidFill>
              </a:defRPr>
            </a:pPr>
            <a:r>
              <a:rPr dirty="0"/>
              <a:t>SOFTWARE:</a:t>
            </a:r>
            <a:r>
              <a:rPr sz="2200" b="0" u="none" dirty="0"/>
              <a:t>-</a:t>
            </a:r>
            <a:endParaRPr sz="2200" dirty="0"/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SzPct val="100000"/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rPr dirty="0"/>
              <a:t>Keil </a:t>
            </a:r>
            <a:r>
              <a:rPr dirty="0" err="1"/>
              <a:t>uVision</a:t>
            </a:r>
            <a:r>
              <a:rPr dirty="0"/>
              <a:t> IDE: Our coding environment. </a:t>
            </a:r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SzPct val="100000"/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rPr dirty="0"/>
              <a:t>Serial Terminal / Debug Tools: For testing and Troubleshooting. </a:t>
            </a:r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SzPct val="100000"/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rPr dirty="0"/>
              <a:t>Flash Magic: For flashing/Dumping a hex file into Microcontroller using UART0.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itle 1"/>
          <p:cNvSpPr txBox="1">
            <a:spLocks noGrp="1"/>
          </p:cNvSpPr>
          <p:nvPr>
            <p:ph type="title"/>
          </p:nvPr>
        </p:nvSpPr>
        <p:spPr>
          <a:xfrm>
            <a:off x="680320" y="753228"/>
            <a:ext cx="9613863" cy="1080938"/>
          </a:xfrm>
          <a:prstGeom prst="rect">
            <a:avLst/>
          </a:prstGeom>
        </p:spPr>
        <p:txBody>
          <a:bodyPr/>
          <a:lstStyle>
            <a:lvl1pPr>
              <a:defRPr>
                <a:latin typeface="Algerian"/>
                <a:ea typeface="Algerian"/>
                <a:cs typeface="Algerian"/>
                <a:sym typeface="Algerian"/>
              </a:defRPr>
            </a:lvl1pPr>
          </a:lstStyle>
          <a:p>
            <a:r>
              <a:t>IMPLEMENTATION :</a:t>
            </a:r>
          </a:p>
        </p:txBody>
      </p:sp>
      <p:pic>
        <p:nvPicPr>
          <p:cNvPr id="268" name="Content Placeholder 4" descr="Content Placeholde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64" y="2053763"/>
            <a:ext cx="3661506" cy="4691025"/>
          </a:xfrm>
          <a:prstGeom prst="rect">
            <a:avLst/>
          </a:prstGeom>
          <a:ln w="12700">
            <a:miter lim="400000"/>
          </a:ln>
        </p:spPr>
      </p:pic>
      <p:pic>
        <p:nvPicPr>
          <p:cNvPr id="269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308" y="2021863"/>
            <a:ext cx="3294503" cy="2470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70" name="Picture 8" descr="Picture 8"/>
          <p:cNvPicPr>
            <a:picLocks noChangeAspect="1"/>
          </p:cNvPicPr>
          <p:nvPr/>
        </p:nvPicPr>
        <p:blipFill>
          <a:blip r:embed="rId4"/>
          <a:srcRect l="23914" t="33024" r="26986" b="31626"/>
          <a:stretch>
            <a:fillRect/>
          </a:stretch>
        </p:blipFill>
        <p:spPr>
          <a:xfrm>
            <a:off x="7606187" y="4396517"/>
            <a:ext cx="4489670" cy="24242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itle 1"/>
          <p:cNvSpPr txBox="1">
            <a:spLocks noGrp="1"/>
          </p:cNvSpPr>
          <p:nvPr>
            <p:ph type="title"/>
          </p:nvPr>
        </p:nvSpPr>
        <p:spPr>
          <a:xfrm>
            <a:off x="680320" y="753228"/>
            <a:ext cx="9613863" cy="1080938"/>
          </a:xfrm>
          <a:prstGeom prst="rect">
            <a:avLst/>
          </a:prstGeom>
        </p:spPr>
        <p:txBody>
          <a:bodyPr/>
          <a:lstStyle>
            <a:lvl1pPr>
              <a:defRPr>
                <a:latin typeface="Algerian"/>
                <a:ea typeface="Algerian"/>
                <a:cs typeface="Algerian"/>
                <a:sym typeface="Algerian"/>
              </a:defRPr>
            </a:lvl1pPr>
          </a:lstStyle>
          <a:p>
            <a:r>
              <a:rPr dirty="0"/>
              <a:t>RESULTS</a:t>
            </a:r>
          </a:p>
        </p:txBody>
      </p:sp>
      <p:pic>
        <p:nvPicPr>
          <p:cNvPr id="274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6501069" y="1180748"/>
            <a:ext cx="4894978" cy="645952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8E1F71D-AFA7-F20D-14CF-F4D5ABB604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674" y="2121951"/>
            <a:ext cx="5402577" cy="462745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9000"/>
              </a:lnSpc>
              <a:defRPr sz="2200"/>
            </a:pPr>
            <a:r>
              <a:rPr lang="en-IN" dirty="0"/>
              <a:t>SUCCESFULLY CAN MESSAGES TRANSMISSION</a:t>
            </a:r>
            <a:r>
              <a:rPr dirty="0"/>
              <a:t>. </a:t>
            </a:r>
          </a:p>
          <a:p>
            <a:pPr>
              <a:lnSpc>
                <a:spcPct val="99000"/>
              </a:lnSpc>
              <a:defRPr sz="2200"/>
            </a:pPr>
            <a:r>
              <a:rPr lang="en-IN" dirty="0"/>
              <a:t>HEADLIGHT ON/OFF WORKING.</a:t>
            </a:r>
          </a:p>
          <a:p>
            <a:pPr>
              <a:lnSpc>
                <a:spcPct val="99000"/>
              </a:lnSpc>
              <a:defRPr sz="2200"/>
            </a:pPr>
            <a:r>
              <a:rPr lang="en-IN" dirty="0"/>
              <a:t>RIGHT/LEFT INDICATORS BLINKING AS PER COMMANDS.</a:t>
            </a:r>
          </a:p>
          <a:p>
            <a:pPr>
              <a:lnSpc>
                <a:spcPct val="99000"/>
              </a:lnSpc>
              <a:defRPr sz="2200"/>
            </a:pPr>
            <a:r>
              <a:rPr lang="en-IN" dirty="0"/>
              <a:t>WARNING LED GLOWS WHEN THE SPEED EXCEEDS 80.</a:t>
            </a:r>
            <a:endParaRPr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itle 1"/>
          <p:cNvSpPr txBox="1">
            <a:spLocks noGrp="1"/>
          </p:cNvSpPr>
          <p:nvPr>
            <p:ph type="title"/>
          </p:nvPr>
        </p:nvSpPr>
        <p:spPr>
          <a:xfrm>
            <a:off x="680320" y="753228"/>
            <a:ext cx="9613863" cy="1080938"/>
          </a:xfrm>
          <a:prstGeom prst="rect">
            <a:avLst/>
          </a:prstGeom>
        </p:spPr>
        <p:txBody>
          <a:bodyPr/>
          <a:lstStyle>
            <a:lvl1pPr>
              <a:defRPr>
                <a:latin typeface="Algerian"/>
                <a:ea typeface="Algerian"/>
                <a:cs typeface="Algerian"/>
                <a:sym typeface="Algerian"/>
              </a:defRPr>
            </a:lvl1pPr>
          </a:lstStyle>
          <a:p>
            <a:r>
              <a:t>CONCLUSION &amp; FUTURE SCOPE</a:t>
            </a:r>
          </a:p>
        </p:txBody>
      </p:sp>
      <p:sp>
        <p:nvSpPr>
          <p:cNvPr id="27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159324" y="2028529"/>
            <a:ext cx="11408897" cy="4627453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9000"/>
              </a:lnSpc>
              <a:buSzTx/>
              <a:buNone/>
              <a:defRPr sz="2200" b="1" u="sng"/>
            </a:pPr>
            <a:r>
              <a:rPr dirty="0"/>
              <a:t>CONCLUSION: </a:t>
            </a:r>
          </a:p>
          <a:p>
            <a:pPr>
              <a:lnSpc>
                <a:spcPct val="99000"/>
              </a:lnSpc>
              <a:defRPr sz="2200"/>
            </a:pPr>
            <a:r>
              <a:rPr dirty="0"/>
              <a:t>IMPLEMENTED CAN COMMUNICATION WITH INTERRUPTS. </a:t>
            </a:r>
          </a:p>
          <a:p>
            <a:pPr>
              <a:lnSpc>
                <a:spcPct val="99000"/>
              </a:lnSpc>
              <a:defRPr sz="2200"/>
            </a:pPr>
            <a:r>
              <a:rPr dirty="0"/>
              <a:t>REDUCES WIRING COMPLEXITY IN AUTOMOTIVE SYSTEMS. </a:t>
            </a:r>
          </a:p>
          <a:p>
            <a:pPr>
              <a:lnSpc>
                <a:spcPct val="99000"/>
              </a:lnSpc>
              <a:defRPr sz="2200"/>
            </a:pPr>
            <a:r>
              <a:rPr dirty="0"/>
              <a:t>PROVIDES HANDS-ON UNDERSTANDING OF EMBEDDED SYSTEMS AND ECU COMMUNICATION. </a:t>
            </a:r>
          </a:p>
          <a:p>
            <a:pPr>
              <a:lnSpc>
                <a:spcPct val="99000"/>
              </a:lnSpc>
              <a:defRPr sz="2200"/>
            </a:pPr>
            <a:r>
              <a:rPr dirty="0"/>
              <a:t>CAN PROTOCOL ENABLES REAL-TIME, RELIABLE, AND EFFICIENT COMMUNICATION. </a:t>
            </a:r>
          </a:p>
          <a:p>
            <a:pPr marL="0" indent="0">
              <a:lnSpc>
                <a:spcPct val="99000"/>
              </a:lnSpc>
              <a:buSzTx/>
              <a:buNone/>
              <a:defRPr sz="2200" b="1" u="sng"/>
            </a:pPr>
            <a:r>
              <a:rPr dirty="0"/>
              <a:t>FUTURE SCOPE</a:t>
            </a:r>
            <a:r>
              <a:rPr u="none" dirty="0"/>
              <a:t>: </a:t>
            </a:r>
          </a:p>
          <a:p>
            <a:pPr>
              <a:lnSpc>
                <a:spcPct val="99000"/>
              </a:lnSpc>
              <a:defRPr sz="2200"/>
            </a:pPr>
            <a:r>
              <a:rPr dirty="0"/>
              <a:t>EXTEND TO MULTI-NODE CAN NETWORK. </a:t>
            </a:r>
          </a:p>
          <a:p>
            <a:pPr>
              <a:lnSpc>
                <a:spcPct val="99000"/>
              </a:lnSpc>
              <a:defRPr sz="2200"/>
            </a:pPr>
            <a:r>
              <a:rPr dirty="0"/>
              <a:t>ADD ERROR HANDLING &amp; RETRANSMISSION. </a:t>
            </a:r>
          </a:p>
          <a:p>
            <a:pPr>
              <a:lnSpc>
                <a:spcPct val="99000"/>
              </a:lnSpc>
              <a:defRPr sz="2200"/>
            </a:pPr>
            <a:r>
              <a:rPr lang="en-IN" dirty="0"/>
              <a:t>ADD DASHBOARD DISPLAY</a:t>
            </a:r>
            <a:r>
              <a:rPr dirty="0"/>
              <a:t>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itle 1"/>
          <p:cNvSpPr txBox="1">
            <a:spLocks noGrp="1"/>
          </p:cNvSpPr>
          <p:nvPr>
            <p:ph type="title"/>
          </p:nvPr>
        </p:nvSpPr>
        <p:spPr>
          <a:xfrm>
            <a:off x="680320" y="753228"/>
            <a:ext cx="9613863" cy="1080938"/>
          </a:xfrm>
          <a:prstGeom prst="rect">
            <a:avLst/>
          </a:prstGeom>
        </p:spPr>
        <p:txBody>
          <a:bodyPr/>
          <a:lstStyle>
            <a:lvl1pPr>
              <a:defRPr>
                <a:latin typeface="Algerian"/>
                <a:ea typeface="Algerian"/>
                <a:cs typeface="Algerian"/>
                <a:sym typeface="Algerian"/>
              </a:defRPr>
            </a:lvl1pPr>
          </a:lstStyle>
          <a:p>
            <a:r>
              <a:t>REFERENCES</a:t>
            </a:r>
          </a:p>
        </p:txBody>
      </p:sp>
      <p:sp>
        <p:nvSpPr>
          <p:cNvPr id="280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80320" y="2336873"/>
            <a:ext cx="9613863" cy="3599317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dirty="0"/>
              <a:t>USER MANUAL OF LPC2129 </a:t>
            </a:r>
          </a:p>
          <a:p>
            <a:pPr>
              <a:lnSpc>
                <a:spcPct val="100000"/>
              </a:lnSpc>
            </a:pPr>
            <a:r>
              <a:rPr dirty="0"/>
              <a:t>USER MANNUAL OF MCP2515 </a:t>
            </a:r>
          </a:p>
          <a:p>
            <a:pPr>
              <a:lnSpc>
                <a:spcPct val="100000"/>
              </a:lnSpc>
            </a:pPr>
            <a:r>
              <a:rPr dirty="0"/>
              <a:t>WEBSITES (</a:t>
            </a:r>
            <a:r>
              <a:rPr u="sng" dirty="0">
                <a:solidFill>
                  <a:srgbClr val="FFAE3E"/>
                </a:solidFill>
                <a:uFill>
                  <a:solidFill>
                    <a:srgbClr val="FFAE3E"/>
                  </a:solidFill>
                </a:uFill>
                <a:hlinkClick r:id="rId2"/>
              </a:rPr>
              <a:t>https://www.vectror.com</a:t>
            </a:r>
            <a:r>
              <a:rPr dirty="0"/>
              <a:t>)</a:t>
            </a:r>
          </a:p>
          <a:p>
            <a:pPr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Picture 30" descr="Picture 30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3" name="Picture 31" descr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825" y="1971233"/>
            <a:ext cx="1602998" cy="144271"/>
          </a:xfrm>
          <a:prstGeom prst="rect">
            <a:avLst/>
          </a:prstGeom>
          <a:ln w="12700">
            <a:miter lim="400000"/>
          </a:ln>
        </p:spPr>
      </p:pic>
      <p:sp>
        <p:nvSpPr>
          <p:cNvPr id="284" name="Rectangle 32"/>
          <p:cNvSpPr/>
          <p:nvPr/>
        </p:nvSpPr>
        <p:spPr>
          <a:xfrm>
            <a:off x="10585826" y="609600"/>
            <a:ext cx="1602998" cy="136819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85" name="Picture 4" descr="Picture 4"/>
          <p:cNvPicPr>
            <a:picLocks noChangeAspect="1"/>
          </p:cNvPicPr>
          <p:nvPr/>
        </p:nvPicPr>
        <p:blipFill>
          <a:blip r:embed="rId4"/>
          <a:srcRect t="2433" b="10642"/>
          <a:stretch>
            <a:fillRect/>
          </a:stretch>
        </p:blipFill>
        <p:spPr>
          <a:xfrm>
            <a:off x="215834" y="0"/>
            <a:ext cx="11735170" cy="6809056"/>
          </a:xfrm>
          <a:prstGeom prst="rect">
            <a:avLst/>
          </a:prstGeom>
          <a:ln w="12700">
            <a:miter lim="400000"/>
          </a:ln>
          <a:effectLst>
            <a:outerShdw blurRad="76200" dist="63500" dir="5040000" rotWithShape="0">
              <a:srgbClr val="000000">
                <a:alpha val="41000"/>
              </a:srgbClr>
            </a:outerShdw>
          </a:effectLst>
        </p:spPr>
      </p:pic>
      <p:pic>
        <p:nvPicPr>
          <p:cNvPr id="286" name="Picture 33" descr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825" y="1971233"/>
            <a:ext cx="1602998" cy="144271"/>
          </a:xfrm>
          <a:prstGeom prst="rect">
            <a:avLst/>
          </a:prstGeom>
          <a:ln w="12700">
            <a:miter lim="400000"/>
          </a:ln>
        </p:spPr>
      </p:pic>
      <p:sp>
        <p:nvSpPr>
          <p:cNvPr id="287" name="Rectangle 34"/>
          <p:cNvSpPr/>
          <p:nvPr/>
        </p:nvSpPr>
        <p:spPr>
          <a:xfrm>
            <a:off x="10585826" y="609600"/>
            <a:ext cx="1602998" cy="136819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Berlin">
  <a:themeElements>
    <a:clrScheme name="Berli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0000FF"/>
      </a:hlink>
      <a:folHlink>
        <a:srgbClr val="FF00FF"/>
      </a:folHlink>
    </a:clrScheme>
    <a:fontScheme name="Berlin">
      <a:majorFont>
        <a:latin typeface="Helvetica"/>
        <a:ea typeface="Helvetica"/>
        <a:cs typeface="Helvetica"/>
      </a:majorFont>
      <a:minorFont>
        <a:latin typeface="Trebuchet MS"/>
        <a:ea typeface="Trebuchet MS"/>
        <a:cs typeface="Trebuchet MS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Berlin">
  <a:themeElements>
    <a:clrScheme name="Berli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0000FF"/>
      </a:hlink>
      <a:folHlink>
        <a:srgbClr val="FF00FF"/>
      </a:folHlink>
    </a:clrScheme>
    <a:fontScheme name="Berlin">
      <a:majorFont>
        <a:latin typeface="Helvetica"/>
        <a:ea typeface="Helvetica"/>
        <a:cs typeface="Helvetica"/>
      </a:majorFont>
      <a:minorFont>
        <a:latin typeface="Trebuchet MS"/>
        <a:ea typeface="Trebuchet MS"/>
        <a:cs typeface="Trebuchet MS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494</Words>
  <Application>Microsoft Office PowerPoint</Application>
  <PresentationFormat>Widescreen</PresentationFormat>
  <Paragraphs>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Trebuchet MS</vt:lpstr>
      <vt:lpstr>Berlin</vt:lpstr>
      <vt:lpstr>Automotive ECU Communication  Framework Using CAN Protocol</vt:lpstr>
      <vt:lpstr>CONTENTS</vt:lpstr>
      <vt:lpstr>Introduction:</vt:lpstr>
      <vt:lpstr>PROBLEM STATEMENT &amp; OBJECTIVE</vt:lpstr>
      <vt:lpstr>LITERATURE SURVEY</vt:lpstr>
      <vt:lpstr>PROPOSED SYSTEM</vt:lpstr>
      <vt:lpstr>BLOCK DIAGRAM</vt:lpstr>
      <vt:lpstr>HARDWARE / SOFTWARE USED</vt:lpstr>
      <vt:lpstr>IMPLEMENTATION :</vt:lpstr>
      <vt:lpstr>RESULTS</vt:lpstr>
      <vt:lpstr>CONCLUSION &amp; 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Nithin Reddy</dc:creator>
  <cp:lastModifiedBy>Nithin Reddy</cp:lastModifiedBy>
  <cp:revision>9</cp:revision>
  <dcterms:modified xsi:type="dcterms:W3CDTF">2026-03-01T15:50:36Z</dcterms:modified>
</cp:coreProperties>
</file>